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B1B9F-27EF-416B-A5C2-B2A02831B269}" v="26" dt="2026-01-16T08:42:42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0" autoAdjust="0"/>
    <p:restoredTop sz="94667"/>
  </p:normalViewPr>
  <p:slideViewPr>
    <p:cSldViewPr snapToGrid="0">
      <p:cViewPr>
        <p:scale>
          <a:sx n="100" d="100"/>
          <a:sy n="100" d="100"/>
        </p:scale>
        <p:origin x="87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太星 河村" userId="629756327024ed08" providerId="LiveId" clId="{10F511DF-B00B-48AA-94EB-0B39C7E329BB}"/>
    <pc:docChg chg="custSel addSld modSld">
      <pc:chgData name="太星 河村" userId="629756327024ed08" providerId="LiveId" clId="{10F511DF-B00B-48AA-94EB-0B39C7E329BB}" dt="2026-01-16T08:45:34.827" v="1530" actId="1076"/>
      <pc:docMkLst>
        <pc:docMk/>
      </pc:docMkLst>
      <pc:sldChg chg="addSp modSp mod">
        <pc:chgData name="太星 河村" userId="629756327024ed08" providerId="LiveId" clId="{10F511DF-B00B-48AA-94EB-0B39C7E329BB}" dt="2026-01-16T08:45:34.827" v="1530" actId="1076"/>
        <pc:sldMkLst>
          <pc:docMk/>
          <pc:sldMk cId="730622794" sldId="256"/>
        </pc:sldMkLst>
        <pc:spChg chg="add mod">
          <ac:chgData name="太星 河村" userId="629756327024ed08" providerId="LiveId" clId="{10F511DF-B00B-48AA-94EB-0B39C7E329BB}" dt="2026-01-16T08:45:34.827" v="1530" actId="1076"/>
          <ac:spMkLst>
            <pc:docMk/>
            <pc:sldMk cId="730622794" sldId="256"/>
            <ac:spMk id="4" creationId="{CFC7873F-FEF3-5683-2D37-6A589FD37F00}"/>
          </ac:spMkLst>
        </pc:spChg>
      </pc:sldChg>
      <pc:sldChg chg="addSp delSp modSp new mod">
        <pc:chgData name="太星 河村" userId="629756327024ed08" providerId="LiveId" clId="{10F511DF-B00B-48AA-94EB-0B39C7E329BB}" dt="2026-01-16T06:13:48.605" v="210" actId="14100"/>
        <pc:sldMkLst>
          <pc:docMk/>
          <pc:sldMk cId="905558989" sldId="257"/>
        </pc:sldMkLst>
        <pc:spChg chg="add mod">
          <ac:chgData name="太星 河村" userId="629756327024ed08" providerId="LiveId" clId="{10F511DF-B00B-48AA-94EB-0B39C7E329BB}" dt="2026-01-16T06:12:35.578" v="201" actId="14100"/>
          <ac:spMkLst>
            <pc:docMk/>
            <pc:sldMk cId="905558989" sldId="257"/>
            <ac:spMk id="2" creationId="{515D2A58-4D0C-2730-529D-7005C2D6C3B0}"/>
          </ac:spMkLst>
        </pc:spChg>
        <pc:spChg chg="add del mod">
          <ac:chgData name="太星 河村" userId="629756327024ed08" providerId="LiveId" clId="{10F511DF-B00B-48AA-94EB-0B39C7E329BB}" dt="2026-01-16T06:08:22.474" v="65"/>
          <ac:spMkLst>
            <pc:docMk/>
            <pc:sldMk cId="905558989" sldId="257"/>
            <ac:spMk id="5" creationId="{20BA9D29-6381-FE99-8606-9C62E1AF7617}"/>
          </ac:spMkLst>
        </pc:spChg>
        <pc:picChg chg="add mod">
          <ac:chgData name="太星 河村" userId="629756327024ed08" providerId="LiveId" clId="{10F511DF-B00B-48AA-94EB-0B39C7E329BB}" dt="2026-01-16T06:13:48.605" v="210" actId="14100"/>
          <ac:picMkLst>
            <pc:docMk/>
            <pc:sldMk cId="905558989" sldId="257"/>
            <ac:picMk id="4" creationId="{FCE21129-67DE-A853-FF0D-0EEB54F54197}"/>
          </ac:picMkLst>
        </pc:picChg>
        <pc:picChg chg="add mod">
          <ac:chgData name="太星 河村" userId="629756327024ed08" providerId="LiveId" clId="{10F511DF-B00B-48AA-94EB-0B39C7E329BB}" dt="2026-01-16T06:13:08.769" v="207" actId="1076"/>
          <ac:picMkLst>
            <pc:docMk/>
            <pc:sldMk cId="905558989" sldId="257"/>
            <ac:picMk id="7" creationId="{4074A5AB-7F88-C73F-729D-6AAE7CD9FF6D}"/>
          </ac:picMkLst>
        </pc:picChg>
      </pc:sldChg>
      <pc:sldChg chg="addSp modSp new mod">
        <pc:chgData name="太星 河村" userId="629756327024ed08" providerId="LiveId" clId="{10F511DF-B00B-48AA-94EB-0B39C7E329BB}" dt="2026-01-16T06:20:07.513" v="256" actId="1076"/>
        <pc:sldMkLst>
          <pc:docMk/>
          <pc:sldMk cId="3218035773" sldId="258"/>
        </pc:sldMkLst>
        <pc:picChg chg="add mod">
          <ac:chgData name="太星 河村" userId="629756327024ed08" providerId="LiveId" clId="{10F511DF-B00B-48AA-94EB-0B39C7E329BB}" dt="2026-01-16T06:14:57.788" v="221" actId="14100"/>
          <ac:picMkLst>
            <pc:docMk/>
            <pc:sldMk cId="3218035773" sldId="258"/>
            <ac:picMk id="3" creationId="{5E5C9616-EEE5-B079-8000-1264EA8CD74B}"/>
          </ac:picMkLst>
        </pc:picChg>
        <pc:picChg chg="add mod">
          <ac:chgData name="太星 河村" userId="629756327024ed08" providerId="LiveId" clId="{10F511DF-B00B-48AA-94EB-0B39C7E329BB}" dt="2026-01-16T06:20:07.513" v="256" actId="1076"/>
          <ac:picMkLst>
            <pc:docMk/>
            <pc:sldMk cId="3218035773" sldId="258"/>
            <ac:picMk id="5" creationId="{3AAFA1B1-9331-5078-5DCB-B2E3729AC85E}"/>
          </ac:picMkLst>
        </pc:picChg>
      </pc:sldChg>
      <pc:sldChg chg="addSp modSp new mod">
        <pc:chgData name="太星 河村" userId="629756327024ed08" providerId="LiveId" clId="{10F511DF-B00B-48AA-94EB-0B39C7E329BB}" dt="2026-01-16T06:19:29.794" v="255" actId="14100"/>
        <pc:sldMkLst>
          <pc:docMk/>
          <pc:sldMk cId="51283229" sldId="259"/>
        </pc:sldMkLst>
        <pc:spChg chg="add mod">
          <ac:chgData name="太星 河村" userId="629756327024ed08" providerId="LiveId" clId="{10F511DF-B00B-48AA-94EB-0B39C7E329BB}" dt="2026-01-16T06:15:24.734" v="229" actId="20577"/>
          <ac:spMkLst>
            <pc:docMk/>
            <pc:sldMk cId="51283229" sldId="259"/>
            <ac:spMk id="2" creationId="{FEA5ECC5-8F35-FA6B-4695-6DA514A09506}"/>
          </ac:spMkLst>
        </pc:spChg>
        <pc:picChg chg="add mod">
          <ac:chgData name="太星 河村" userId="629756327024ed08" providerId="LiveId" clId="{10F511DF-B00B-48AA-94EB-0B39C7E329BB}" dt="2026-01-16T06:18:57.340" v="252" actId="1076"/>
          <ac:picMkLst>
            <pc:docMk/>
            <pc:sldMk cId="51283229" sldId="259"/>
            <ac:picMk id="4" creationId="{232B3454-6B27-C5D9-C6D5-C41439A8C47C}"/>
          </ac:picMkLst>
        </pc:picChg>
        <pc:picChg chg="add mod">
          <ac:chgData name="太星 河村" userId="629756327024ed08" providerId="LiveId" clId="{10F511DF-B00B-48AA-94EB-0B39C7E329BB}" dt="2026-01-16T06:19:29.794" v="255" actId="14100"/>
          <ac:picMkLst>
            <pc:docMk/>
            <pc:sldMk cId="51283229" sldId="259"/>
            <ac:picMk id="6" creationId="{86500A29-06DC-D63D-6204-331819DB61A7}"/>
          </ac:picMkLst>
        </pc:picChg>
      </pc:sldChg>
      <pc:sldChg chg="addSp modSp new mod">
        <pc:chgData name="太星 河村" userId="629756327024ed08" providerId="LiveId" clId="{10F511DF-B00B-48AA-94EB-0B39C7E329BB}" dt="2026-01-16T06:20:46.787" v="260" actId="1076"/>
        <pc:sldMkLst>
          <pc:docMk/>
          <pc:sldMk cId="3910138802" sldId="260"/>
        </pc:sldMkLst>
        <pc:picChg chg="add mod">
          <ac:chgData name="太星 河村" userId="629756327024ed08" providerId="LiveId" clId="{10F511DF-B00B-48AA-94EB-0B39C7E329BB}" dt="2026-01-16T06:20:31.567" v="258" actId="1076"/>
          <ac:picMkLst>
            <pc:docMk/>
            <pc:sldMk cId="3910138802" sldId="260"/>
            <ac:picMk id="3" creationId="{E6358025-DB52-2C34-4E48-3FE1088C3B20}"/>
          </ac:picMkLst>
        </pc:picChg>
        <pc:picChg chg="add mod">
          <ac:chgData name="太星 河村" userId="629756327024ed08" providerId="LiveId" clId="{10F511DF-B00B-48AA-94EB-0B39C7E329BB}" dt="2026-01-16T06:20:46.787" v="260" actId="1076"/>
          <ac:picMkLst>
            <pc:docMk/>
            <pc:sldMk cId="3910138802" sldId="260"/>
            <ac:picMk id="5" creationId="{B8BF74FA-53DE-1DFD-AE35-19FA973679DD}"/>
          </ac:picMkLst>
        </pc:picChg>
      </pc:sldChg>
      <pc:sldChg chg="addSp modSp new mod">
        <pc:chgData name="太星 河村" userId="629756327024ed08" providerId="LiveId" clId="{10F511DF-B00B-48AA-94EB-0B39C7E329BB}" dt="2026-01-16T06:22:56.669" v="270" actId="1076"/>
        <pc:sldMkLst>
          <pc:docMk/>
          <pc:sldMk cId="3369585757" sldId="261"/>
        </pc:sldMkLst>
        <pc:spChg chg="add mod">
          <ac:chgData name="太星 河村" userId="629756327024ed08" providerId="LiveId" clId="{10F511DF-B00B-48AA-94EB-0B39C7E329BB}" dt="2026-01-16T06:22:43.602" v="269" actId="20577"/>
          <ac:spMkLst>
            <pc:docMk/>
            <pc:sldMk cId="3369585757" sldId="261"/>
            <ac:spMk id="2" creationId="{92246CD3-2D3C-7CE3-C154-FABB83D64DA3}"/>
          </ac:spMkLst>
        </pc:spChg>
        <pc:picChg chg="add mod">
          <ac:chgData name="太星 河村" userId="629756327024ed08" providerId="LiveId" clId="{10F511DF-B00B-48AA-94EB-0B39C7E329BB}" dt="2026-01-16T06:22:56.669" v="270" actId="1076"/>
          <ac:picMkLst>
            <pc:docMk/>
            <pc:sldMk cId="3369585757" sldId="261"/>
            <ac:picMk id="1026" creationId="{E092DFA1-200E-C10E-4373-AC5B16E109FB}"/>
          </ac:picMkLst>
        </pc:picChg>
      </pc:sldChg>
      <pc:sldChg chg="addSp modSp new mod">
        <pc:chgData name="太星 河村" userId="629756327024ed08" providerId="LiveId" clId="{10F511DF-B00B-48AA-94EB-0B39C7E329BB}" dt="2026-01-16T06:32:06.334" v="306" actId="1076"/>
        <pc:sldMkLst>
          <pc:docMk/>
          <pc:sldMk cId="592572269" sldId="262"/>
        </pc:sldMkLst>
        <pc:spChg chg="add mod">
          <ac:chgData name="太星 河村" userId="629756327024ed08" providerId="LiveId" clId="{10F511DF-B00B-48AA-94EB-0B39C7E329BB}" dt="2026-01-16T06:26:10.243" v="274" actId="20577"/>
          <ac:spMkLst>
            <pc:docMk/>
            <pc:sldMk cId="592572269" sldId="262"/>
            <ac:spMk id="2" creationId="{72855D71-820B-954D-1F49-B4723EE28C3A}"/>
          </ac:spMkLst>
        </pc:spChg>
        <pc:picChg chg="add mod">
          <ac:chgData name="太星 河村" userId="629756327024ed08" providerId="LiveId" clId="{10F511DF-B00B-48AA-94EB-0B39C7E329BB}" dt="2026-01-16T06:31:47.716" v="303" actId="1076"/>
          <ac:picMkLst>
            <pc:docMk/>
            <pc:sldMk cId="592572269" sldId="262"/>
            <ac:picMk id="4" creationId="{867B6A8A-EBDB-29CD-1DDB-EB9CEAD65A4B}"/>
          </ac:picMkLst>
        </pc:picChg>
        <pc:picChg chg="add mod">
          <ac:chgData name="太星 河村" userId="629756327024ed08" providerId="LiveId" clId="{10F511DF-B00B-48AA-94EB-0B39C7E329BB}" dt="2026-01-16T06:32:06.334" v="306" actId="1076"/>
          <ac:picMkLst>
            <pc:docMk/>
            <pc:sldMk cId="592572269" sldId="262"/>
            <ac:picMk id="6" creationId="{2CDE4BDD-5F91-32BA-8BE7-8C0273432B4D}"/>
          </ac:picMkLst>
        </pc:picChg>
      </pc:sldChg>
      <pc:sldChg chg="addSp modSp new mod">
        <pc:chgData name="太星 河村" userId="629756327024ed08" providerId="LiveId" clId="{10F511DF-B00B-48AA-94EB-0B39C7E329BB}" dt="2026-01-16T06:32:57.400" v="313" actId="1076"/>
        <pc:sldMkLst>
          <pc:docMk/>
          <pc:sldMk cId="2591640242" sldId="263"/>
        </pc:sldMkLst>
        <pc:picChg chg="add mod">
          <ac:chgData name="太星 河村" userId="629756327024ed08" providerId="LiveId" clId="{10F511DF-B00B-48AA-94EB-0B39C7E329BB}" dt="2026-01-16T06:32:22.183" v="308" actId="1076"/>
          <ac:picMkLst>
            <pc:docMk/>
            <pc:sldMk cId="2591640242" sldId="263"/>
            <ac:picMk id="3" creationId="{48E1AD08-BC83-7802-946F-B97BA1233948}"/>
          </ac:picMkLst>
        </pc:picChg>
        <pc:picChg chg="add mod">
          <ac:chgData name="太星 河村" userId="629756327024ed08" providerId="LiveId" clId="{10F511DF-B00B-48AA-94EB-0B39C7E329BB}" dt="2026-01-16T06:32:57.400" v="313" actId="1076"/>
          <ac:picMkLst>
            <pc:docMk/>
            <pc:sldMk cId="2591640242" sldId="263"/>
            <ac:picMk id="5" creationId="{E0745AF2-7954-9E97-5043-179702DEAF72}"/>
          </ac:picMkLst>
        </pc:picChg>
      </pc:sldChg>
      <pc:sldChg chg="addSp modSp new mod">
        <pc:chgData name="太星 河村" userId="629756327024ed08" providerId="LiveId" clId="{10F511DF-B00B-48AA-94EB-0B39C7E329BB}" dt="2026-01-16T06:37:54.904" v="351" actId="14100"/>
        <pc:sldMkLst>
          <pc:docMk/>
          <pc:sldMk cId="400248950" sldId="264"/>
        </pc:sldMkLst>
        <pc:spChg chg="add mod">
          <ac:chgData name="太星 河村" userId="629756327024ed08" providerId="LiveId" clId="{10F511DF-B00B-48AA-94EB-0B39C7E329BB}" dt="2026-01-16T06:33:55.059" v="325" actId="20577"/>
          <ac:spMkLst>
            <pc:docMk/>
            <pc:sldMk cId="400248950" sldId="264"/>
            <ac:spMk id="2" creationId="{9F7D2D96-6E72-F680-F807-513FF66B861F}"/>
          </ac:spMkLst>
        </pc:spChg>
        <pc:picChg chg="add mod">
          <ac:chgData name="太星 河村" userId="629756327024ed08" providerId="LiveId" clId="{10F511DF-B00B-48AA-94EB-0B39C7E329BB}" dt="2026-01-16T06:37:46.724" v="349" actId="1076"/>
          <ac:picMkLst>
            <pc:docMk/>
            <pc:sldMk cId="400248950" sldId="264"/>
            <ac:picMk id="4" creationId="{F50CF4E0-6C58-FA7C-E89E-03B46248D4C9}"/>
          </ac:picMkLst>
        </pc:picChg>
        <pc:picChg chg="add mod">
          <ac:chgData name="太星 河村" userId="629756327024ed08" providerId="LiveId" clId="{10F511DF-B00B-48AA-94EB-0B39C7E329BB}" dt="2026-01-16T06:37:54.904" v="351" actId="14100"/>
          <ac:picMkLst>
            <pc:docMk/>
            <pc:sldMk cId="400248950" sldId="264"/>
            <ac:picMk id="6" creationId="{511780C8-247F-E237-F20F-6601C0B87E15}"/>
          </ac:picMkLst>
        </pc:picChg>
      </pc:sldChg>
      <pc:sldChg chg="addSp modSp new mod">
        <pc:chgData name="太星 河村" userId="629756327024ed08" providerId="LiveId" clId="{10F511DF-B00B-48AA-94EB-0B39C7E329BB}" dt="2026-01-16T06:38:20.880" v="354" actId="1076"/>
        <pc:sldMkLst>
          <pc:docMk/>
          <pc:sldMk cId="3095276852" sldId="265"/>
        </pc:sldMkLst>
        <pc:picChg chg="add mod">
          <ac:chgData name="太星 河村" userId="629756327024ed08" providerId="LiveId" clId="{10F511DF-B00B-48AA-94EB-0B39C7E329BB}" dt="2026-01-16T06:38:11.438" v="353" actId="1076"/>
          <ac:picMkLst>
            <pc:docMk/>
            <pc:sldMk cId="3095276852" sldId="265"/>
            <ac:picMk id="3" creationId="{83DA6328-A745-4860-0DEB-4408C7E24DE7}"/>
          </ac:picMkLst>
        </pc:picChg>
        <pc:picChg chg="add mod">
          <ac:chgData name="太星 河村" userId="629756327024ed08" providerId="LiveId" clId="{10F511DF-B00B-48AA-94EB-0B39C7E329BB}" dt="2026-01-16T06:38:20.880" v="354" actId="1076"/>
          <ac:picMkLst>
            <pc:docMk/>
            <pc:sldMk cId="3095276852" sldId="265"/>
            <ac:picMk id="5" creationId="{CEDC170F-084A-5269-D440-C35332E14631}"/>
          </ac:picMkLst>
        </pc:picChg>
      </pc:sldChg>
      <pc:sldChg chg="addSp delSp modSp new mod">
        <pc:chgData name="太星 河村" userId="629756327024ed08" providerId="LiveId" clId="{10F511DF-B00B-48AA-94EB-0B39C7E329BB}" dt="2026-01-16T08:42:31.536" v="1439" actId="14100"/>
        <pc:sldMkLst>
          <pc:docMk/>
          <pc:sldMk cId="3476646608" sldId="266"/>
        </pc:sldMkLst>
        <pc:spChg chg="add mod">
          <ac:chgData name="太星 河村" userId="629756327024ed08" providerId="LiveId" clId="{10F511DF-B00B-48AA-94EB-0B39C7E329BB}" dt="2026-01-16T08:15:04.505" v="1148" actId="1076"/>
          <ac:spMkLst>
            <pc:docMk/>
            <pc:sldMk cId="3476646608" sldId="266"/>
            <ac:spMk id="2" creationId="{F833AB97-6989-1D03-9F50-422AB626332C}"/>
          </ac:spMkLst>
        </pc:spChg>
        <pc:spChg chg="add mod">
          <ac:chgData name="太星 河村" userId="629756327024ed08" providerId="LiveId" clId="{10F511DF-B00B-48AA-94EB-0B39C7E329BB}" dt="2026-01-16T08:18:44.745" v="1160" actId="164"/>
          <ac:spMkLst>
            <pc:docMk/>
            <pc:sldMk cId="3476646608" sldId="266"/>
            <ac:spMk id="3" creationId="{EAE1EFF6-B29E-D03F-1477-A60BEDCB2E7B}"/>
          </ac:spMkLst>
        </pc:spChg>
        <pc:spChg chg="add del mod">
          <ac:chgData name="太星 河村" userId="629756327024ed08" providerId="LiveId" clId="{10F511DF-B00B-48AA-94EB-0B39C7E329BB}" dt="2026-01-16T08:18:46.872" v="1161" actId="478"/>
          <ac:spMkLst>
            <pc:docMk/>
            <pc:sldMk cId="3476646608" sldId="266"/>
            <ac:spMk id="4" creationId="{7128F2D2-DEC1-5A4E-D6C9-F594026F007C}"/>
          </ac:spMkLst>
        </pc:spChg>
        <pc:spChg chg="mod">
          <ac:chgData name="太星 河村" userId="629756327024ed08" providerId="LiveId" clId="{10F511DF-B00B-48AA-94EB-0B39C7E329BB}" dt="2026-01-16T08:18:54.461" v="1162"/>
          <ac:spMkLst>
            <pc:docMk/>
            <pc:sldMk cId="3476646608" sldId="266"/>
            <ac:spMk id="13" creationId="{C1FE49D4-CC4F-8017-5C27-1B3ADC0F4597}"/>
          </ac:spMkLst>
        </pc:spChg>
        <pc:spChg chg="add mod">
          <ac:chgData name="太星 河村" userId="629756327024ed08" providerId="LiveId" clId="{10F511DF-B00B-48AA-94EB-0B39C7E329BB}" dt="2026-01-16T08:21:57.911" v="1178" actId="1076"/>
          <ac:spMkLst>
            <pc:docMk/>
            <pc:sldMk cId="3476646608" sldId="266"/>
            <ac:spMk id="16" creationId="{269EF632-A8EB-0319-A6E3-963E8D0B115D}"/>
          </ac:spMkLst>
        </pc:spChg>
        <pc:spChg chg="add mod">
          <ac:chgData name="太星 河村" userId="629756327024ed08" providerId="LiveId" clId="{10F511DF-B00B-48AA-94EB-0B39C7E329BB}" dt="2026-01-16T08:21:32.596" v="1176" actId="1076"/>
          <ac:spMkLst>
            <pc:docMk/>
            <pc:sldMk cId="3476646608" sldId="266"/>
            <ac:spMk id="17" creationId="{AE064E59-2551-ACFC-1865-E25D5F1359BD}"/>
          </ac:spMkLst>
        </pc:spChg>
        <pc:spChg chg="add mod">
          <ac:chgData name="太星 河村" userId="629756327024ed08" providerId="LiveId" clId="{10F511DF-B00B-48AA-94EB-0B39C7E329BB}" dt="2026-01-16T08:24:26.047" v="1196" actId="1076"/>
          <ac:spMkLst>
            <pc:docMk/>
            <pc:sldMk cId="3476646608" sldId="266"/>
            <ac:spMk id="23" creationId="{CE00F33A-FCBB-5BE5-2AB5-5A6907A12551}"/>
          </ac:spMkLst>
        </pc:spChg>
        <pc:spChg chg="add mod">
          <ac:chgData name="太星 河村" userId="629756327024ed08" providerId="LiveId" clId="{10F511DF-B00B-48AA-94EB-0B39C7E329BB}" dt="2026-01-16T08:24:52.100" v="1209" actId="1076"/>
          <ac:spMkLst>
            <pc:docMk/>
            <pc:sldMk cId="3476646608" sldId="266"/>
            <ac:spMk id="24" creationId="{22BA4C9A-E255-D9B1-088B-BAC1543CC071}"/>
          </ac:spMkLst>
        </pc:spChg>
        <pc:spChg chg="add mod">
          <ac:chgData name="太星 河村" userId="629756327024ed08" providerId="LiveId" clId="{10F511DF-B00B-48AA-94EB-0B39C7E329BB}" dt="2026-01-16T08:25:14.324" v="1211" actId="1076"/>
          <ac:spMkLst>
            <pc:docMk/>
            <pc:sldMk cId="3476646608" sldId="266"/>
            <ac:spMk id="25" creationId="{083543A6-641E-2E1D-7D9D-28B7B302A821}"/>
          </ac:spMkLst>
        </pc:spChg>
        <pc:spChg chg="add mod">
          <ac:chgData name="太星 河村" userId="629756327024ed08" providerId="LiveId" clId="{10F511DF-B00B-48AA-94EB-0B39C7E329BB}" dt="2026-01-16T08:25:30.704" v="1213" actId="1076"/>
          <ac:spMkLst>
            <pc:docMk/>
            <pc:sldMk cId="3476646608" sldId="266"/>
            <ac:spMk id="26" creationId="{AF89A414-64AD-445C-58CA-4568BF95D706}"/>
          </ac:spMkLst>
        </pc:spChg>
        <pc:spChg chg="add mod">
          <ac:chgData name="太星 河村" userId="629756327024ed08" providerId="LiveId" clId="{10F511DF-B00B-48AA-94EB-0B39C7E329BB}" dt="2026-01-16T08:26:16.614" v="1224" actId="1076"/>
          <ac:spMkLst>
            <pc:docMk/>
            <pc:sldMk cId="3476646608" sldId="266"/>
            <ac:spMk id="27" creationId="{BDBEA092-CFCC-2D65-1DE8-C6F6CBE062BA}"/>
          </ac:spMkLst>
        </pc:spChg>
        <pc:spChg chg="add mod">
          <ac:chgData name="太星 河村" userId="629756327024ed08" providerId="LiveId" clId="{10F511DF-B00B-48AA-94EB-0B39C7E329BB}" dt="2026-01-16T08:26:49.976" v="1233" actId="1076"/>
          <ac:spMkLst>
            <pc:docMk/>
            <pc:sldMk cId="3476646608" sldId="266"/>
            <ac:spMk id="28" creationId="{150532C3-2BF5-41C8-4380-A8EC0D7AA456}"/>
          </ac:spMkLst>
        </pc:spChg>
        <pc:spChg chg="add mod">
          <ac:chgData name="太星 河村" userId="629756327024ed08" providerId="LiveId" clId="{10F511DF-B00B-48AA-94EB-0B39C7E329BB}" dt="2026-01-16T08:30:31.188" v="1277" actId="14100"/>
          <ac:spMkLst>
            <pc:docMk/>
            <pc:sldMk cId="3476646608" sldId="266"/>
            <ac:spMk id="29" creationId="{D9B6C78A-828A-B3E1-A992-40D4B4F6CAD9}"/>
          </ac:spMkLst>
        </pc:spChg>
        <pc:spChg chg="add mod">
          <ac:chgData name="太星 河村" userId="629756327024ed08" providerId="LiveId" clId="{10F511DF-B00B-48AA-94EB-0B39C7E329BB}" dt="2026-01-16T08:31:16.127" v="1292" actId="14100"/>
          <ac:spMkLst>
            <pc:docMk/>
            <pc:sldMk cId="3476646608" sldId="266"/>
            <ac:spMk id="30" creationId="{1AC5D965-C04D-7F6C-B59F-FE8CBBD3961D}"/>
          </ac:spMkLst>
        </pc:spChg>
        <pc:spChg chg="add mod">
          <ac:chgData name="太星 河村" userId="629756327024ed08" providerId="LiveId" clId="{10F511DF-B00B-48AA-94EB-0B39C7E329BB}" dt="2026-01-16T08:42:31.536" v="1439" actId="14100"/>
          <ac:spMkLst>
            <pc:docMk/>
            <pc:sldMk cId="3476646608" sldId="266"/>
            <ac:spMk id="37" creationId="{9DDE0096-A1BA-1AC0-4D6C-D479F9F6D0C2}"/>
          </ac:spMkLst>
        </pc:spChg>
        <pc:grpChg chg="add mod">
          <ac:chgData name="太星 河村" userId="629756327024ed08" providerId="LiveId" clId="{10F511DF-B00B-48AA-94EB-0B39C7E329BB}" dt="2026-01-16T08:19:35.017" v="1169" actId="1076"/>
          <ac:grpSpMkLst>
            <pc:docMk/>
            <pc:sldMk cId="3476646608" sldId="266"/>
            <ac:grpSpMk id="11" creationId="{4033502E-BC9E-50B0-FA41-6EF320AEFFAC}"/>
          </ac:grpSpMkLst>
        </pc:grpChg>
        <pc:grpChg chg="add mod">
          <ac:chgData name="太星 河村" userId="629756327024ed08" providerId="LiveId" clId="{10F511DF-B00B-48AA-94EB-0B39C7E329BB}" dt="2026-01-16T08:19:28.487" v="1168" actId="1076"/>
          <ac:grpSpMkLst>
            <pc:docMk/>
            <pc:sldMk cId="3476646608" sldId="266"/>
            <ac:grpSpMk id="12" creationId="{86339CAC-068D-6654-D39D-678CD4C83646}"/>
          </ac:grpSpMkLst>
        </pc:grpChg>
        <pc:cxnChg chg="add mod">
          <ac:chgData name="太星 河村" userId="629756327024ed08" providerId="LiveId" clId="{10F511DF-B00B-48AA-94EB-0B39C7E329BB}" dt="2026-01-16T08:18:44.745" v="1160" actId="164"/>
          <ac:cxnSpMkLst>
            <pc:docMk/>
            <pc:sldMk cId="3476646608" sldId="266"/>
            <ac:cxnSpMk id="6" creationId="{AC8B1F8F-1E1F-E370-869B-73DB7D3F7780}"/>
          </ac:cxnSpMkLst>
        </pc:cxnChg>
        <pc:cxnChg chg="add mod">
          <ac:chgData name="太星 河村" userId="629756327024ed08" providerId="LiveId" clId="{10F511DF-B00B-48AA-94EB-0B39C7E329BB}" dt="2026-01-16T08:18:44.745" v="1160" actId="164"/>
          <ac:cxnSpMkLst>
            <pc:docMk/>
            <pc:sldMk cId="3476646608" sldId="266"/>
            <ac:cxnSpMk id="9" creationId="{39ED487C-9C94-9667-7E99-CFDD0AE344F7}"/>
          </ac:cxnSpMkLst>
        </pc:cxnChg>
        <pc:cxnChg chg="mod">
          <ac:chgData name="太星 河村" userId="629756327024ed08" providerId="LiveId" clId="{10F511DF-B00B-48AA-94EB-0B39C7E329BB}" dt="2026-01-16T08:18:54.461" v="1162"/>
          <ac:cxnSpMkLst>
            <pc:docMk/>
            <pc:sldMk cId="3476646608" sldId="266"/>
            <ac:cxnSpMk id="14" creationId="{4803D835-9F16-8F3B-D317-6EB31649AFC6}"/>
          </ac:cxnSpMkLst>
        </pc:cxnChg>
        <pc:cxnChg chg="mod">
          <ac:chgData name="太星 河村" userId="629756327024ed08" providerId="LiveId" clId="{10F511DF-B00B-48AA-94EB-0B39C7E329BB}" dt="2026-01-16T08:18:54.461" v="1162"/>
          <ac:cxnSpMkLst>
            <pc:docMk/>
            <pc:sldMk cId="3476646608" sldId="266"/>
            <ac:cxnSpMk id="15" creationId="{980A306E-62EB-03F3-9A32-06BED0CB6DE3}"/>
          </ac:cxnSpMkLst>
        </pc:cxnChg>
        <pc:cxnChg chg="add del mod">
          <ac:chgData name="太星 河村" userId="629756327024ed08" providerId="LiveId" clId="{10F511DF-B00B-48AA-94EB-0B39C7E329BB}" dt="2026-01-16T08:24:04.832" v="1184" actId="478"/>
          <ac:cxnSpMkLst>
            <pc:docMk/>
            <pc:sldMk cId="3476646608" sldId="266"/>
            <ac:cxnSpMk id="19" creationId="{0B9E01B7-FD4D-0DF3-1046-3766D30AEB3F}"/>
          </ac:cxnSpMkLst>
        </pc:cxnChg>
        <pc:cxnChg chg="add mod">
          <ac:chgData name="太星 河村" userId="629756327024ed08" providerId="LiveId" clId="{10F511DF-B00B-48AA-94EB-0B39C7E329BB}" dt="2026-01-16T08:35:33.462" v="1329"/>
          <ac:cxnSpMkLst>
            <pc:docMk/>
            <pc:sldMk cId="3476646608" sldId="266"/>
            <ac:cxnSpMk id="31" creationId="{C878E141-84BF-4DA0-B182-8993004DA0C3}"/>
          </ac:cxnSpMkLst>
        </pc:cxnChg>
        <pc:cxnChg chg="add mod">
          <ac:chgData name="太星 河村" userId="629756327024ed08" providerId="LiveId" clId="{10F511DF-B00B-48AA-94EB-0B39C7E329BB}" dt="2026-01-16T08:36:19.390" v="1334" actId="208"/>
          <ac:cxnSpMkLst>
            <pc:docMk/>
            <pc:sldMk cId="3476646608" sldId="266"/>
            <ac:cxnSpMk id="33" creationId="{99F62963-88A4-CE2A-4480-A07348DAF1AE}"/>
          </ac:cxnSpMkLst>
        </pc:cxnChg>
      </pc:sldChg>
      <pc:sldChg chg="addSp modSp new mod">
        <pc:chgData name="太星 河村" userId="629756327024ed08" providerId="LiveId" clId="{10F511DF-B00B-48AA-94EB-0B39C7E329BB}" dt="2026-01-16T08:44:32.142" v="1465" actId="1076"/>
        <pc:sldMkLst>
          <pc:docMk/>
          <pc:sldMk cId="2435686104" sldId="267"/>
        </pc:sldMkLst>
        <pc:spChg chg="add mod">
          <ac:chgData name="太星 河村" userId="629756327024ed08" providerId="LiveId" clId="{10F511DF-B00B-48AA-94EB-0B39C7E329BB}" dt="2026-01-16T08:32:39.234" v="1293" actId="1076"/>
          <ac:spMkLst>
            <pc:docMk/>
            <pc:sldMk cId="2435686104" sldId="267"/>
            <ac:spMk id="3" creationId="{5B63CA67-DA62-9DE4-FE4E-D3B7863681F1}"/>
          </ac:spMkLst>
        </pc:spChg>
        <pc:spChg chg="mod">
          <ac:chgData name="太星 河村" userId="629756327024ed08" providerId="LiveId" clId="{10F511DF-B00B-48AA-94EB-0B39C7E329BB}" dt="2026-01-16T08:32:42.253" v="1294"/>
          <ac:spMkLst>
            <pc:docMk/>
            <pc:sldMk cId="2435686104" sldId="267"/>
            <ac:spMk id="5" creationId="{58888620-F9F1-E464-5468-18C1E99C914D}"/>
          </ac:spMkLst>
        </pc:spChg>
        <pc:spChg chg="mod">
          <ac:chgData name="太星 河村" userId="629756327024ed08" providerId="LiveId" clId="{10F511DF-B00B-48AA-94EB-0B39C7E329BB}" dt="2026-01-16T08:32:42.253" v="1294"/>
          <ac:spMkLst>
            <pc:docMk/>
            <pc:sldMk cId="2435686104" sldId="267"/>
            <ac:spMk id="9" creationId="{18AC6EEF-F813-904C-F600-72C2CBBABC32}"/>
          </ac:spMkLst>
        </pc:spChg>
        <pc:spChg chg="add mod">
          <ac:chgData name="太星 河村" userId="629756327024ed08" providerId="LiveId" clId="{10F511DF-B00B-48AA-94EB-0B39C7E329BB}" dt="2026-01-16T08:33:12.901" v="1295" actId="1076"/>
          <ac:spMkLst>
            <pc:docMk/>
            <pc:sldMk cId="2435686104" sldId="267"/>
            <ac:spMk id="12" creationId="{38E8BD64-346B-196E-669A-A45C48714E31}"/>
          </ac:spMkLst>
        </pc:spChg>
        <pc:spChg chg="add mod">
          <ac:chgData name="太星 河村" userId="629756327024ed08" providerId="LiveId" clId="{10F511DF-B00B-48AA-94EB-0B39C7E329BB}" dt="2026-01-16T08:34:14.781" v="1311" actId="1076"/>
          <ac:spMkLst>
            <pc:docMk/>
            <pc:sldMk cId="2435686104" sldId="267"/>
            <ac:spMk id="13" creationId="{FF28C0C1-978B-64F6-FF55-C1CFA501A7DD}"/>
          </ac:spMkLst>
        </pc:spChg>
        <pc:spChg chg="add mod">
          <ac:chgData name="太星 河村" userId="629756327024ed08" providerId="LiveId" clId="{10F511DF-B00B-48AA-94EB-0B39C7E329BB}" dt="2026-01-16T08:32:42.253" v="1294"/>
          <ac:spMkLst>
            <pc:docMk/>
            <pc:sldMk cId="2435686104" sldId="267"/>
            <ac:spMk id="14" creationId="{3C6116B0-C19D-64B7-9EAE-2892825095C4}"/>
          </ac:spMkLst>
        </pc:spChg>
        <pc:spChg chg="add mod">
          <ac:chgData name="太星 河村" userId="629756327024ed08" providerId="LiveId" clId="{10F511DF-B00B-48AA-94EB-0B39C7E329BB}" dt="2026-01-16T08:32:42.253" v="1294"/>
          <ac:spMkLst>
            <pc:docMk/>
            <pc:sldMk cId="2435686104" sldId="267"/>
            <ac:spMk id="15" creationId="{DE5DA8D6-C96E-18C5-789D-E9251C50D2FD}"/>
          </ac:spMkLst>
        </pc:spChg>
        <pc:spChg chg="add mod">
          <ac:chgData name="太星 河村" userId="629756327024ed08" providerId="LiveId" clId="{10F511DF-B00B-48AA-94EB-0B39C7E329BB}" dt="2026-01-16T08:32:42.253" v="1294"/>
          <ac:spMkLst>
            <pc:docMk/>
            <pc:sldMk cId="2435686104" sldId="267"/>
            <ac:spMk id="16" creationId="{541596E6-C054-1F77-7CBC-B9014B9CDFA4}"/>
          </ac:spMkLst>
        </pc:spChg>
        <pc:spChg chg="add mod">
          <ac:chgData name="太星 河村" userId="629756327024ed08" providerId="LiveId" clId="{10F511DF-B00B-48AA-94EB-0B39C7E329BB}" dt="2026-01-16T08:32:42.253" v="1294"/>
          <ac:spMkLst>
            <pc:docMk/>
            <pc:sldMk cId="2435686104" sldId="267"/>
            <ac:spMk id="18" creationId="{449C03CA-6821-1736-394E-75942833BE4E}"/>
          </ac:spMkLst>
        </pc:spChg>
        <pc:spChg chg="add mod">
          <ac:chgData name="太星 河村" userId="629756327024ed08" providerId="LiveId" clId="{10F511DF-B00B-48AA-94EB-0B39C7E329BB}" dt="2026-01-16T08:33:41.819" v="1310" actId="20577"/>
          <ac:spMkLst>
            <pc:docMk/>
            <pc:sldMk cId="2435686104" sldId="267"/>
            <ac:spMk id="20" creationId="{EB9835BD-8B5E-3517-B3A8-FE73FE34BB98}"/>
          </ac:spMkLst>
        </pc:spChg>
        <pc:spChg chg="add mod">
          <ac:chgData name="太星 河村" userId="629756327024ed08" providerId="LiveId" clId="{10F511DF-B00B-48AA-94EB-0B39C7E329BB}" dt="2026-01-16T08:34:38.661" v="1326" actId="20577"/>
          <ac:spMkLst>
            <pc:docMk/>
            <pc:sldMk cId="2435686104" sldId="267"/>
            <ac:spMk id="21" creationId="{FF5AB1A1-8EAD-6CAE-50DD-99A0ED094696}"/>
          </ac:spMkLst>
        </pc:spChg>
        <pc:spChg chg="add mod">
          <ac:chgData name="太星 河村" userId="629756327024ed08" providerId="LiveId" clId="{10F511DF-B00B-48AA-94EB-0B39C7E329BB}" dt="2026-01-16T08:44:32.142" v="1465" actId="1076"/>
          <ac:spMkLst>
            <pc:docMk/>
            <pc:sldMk cId="2435686104" sldId="267"/>
            <ac:spMk id="29" creationId="{675E3FE3-3B1D-F0B4-78D8-9414F2C77137}"/>
          </ac:spMkLst>
        </pc:spChg>
        <pc:cxnChg chg="add mod">
          <ac:chgData name="太星 河村" userId="629756327024ed08" providerId="LiveId" clId="{10F511DF-B00B-48AA-94EB-0B39C7E329BB}" dt="2026-01-16T08:35:23.321" v="1328" actId="14100"/>
          <ac:cxnSpMkLst>
            <pc:docMk/>
            <pc:sldMk cId="2435686104" sldId="267"/>
            <ac:cxnSpMk id="23" creationId="{BD1E9890-99CA-3773-14D1-97C5018AEE8C}"/>
          </ac:cxnSpMkLst>
        </pc:cxnChg>
        <pc:cxnChg chg="add mod">
          <ac:chgData name="太星 河村" userId="629756327024ed08" providerId="LiveId" clId="{10F511DF-B00B-48AA-94EB-0B39C7E329BB}" dt="2026-01-16T08:36:59.474" v="1340" actId="208"/>
          <ac:cxnSpMkLst>
            <pc:docMk/>
            <pc:sldMk cId="2435686104" sldId="267"/>
            <ac:cxnSpMk id="26" creationId="{9D8E7CB1-F0E0-CA75-2AE2-71B51C59A54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CBB6D6-C1BA-2D31-1915-7658EAAB0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8ADD42-E0B1-696C-2E34-4E157A2CD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6FFB54-A528-62BF-DCD3-F4B6B5E39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2F0332-07A2-8732-7CDF-8F4B5A38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5A6A07-866C-035C-FCB8-D6A6DE4B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44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51C08-2896-70E1-C622-CBF94681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76E0D4-4C79-33D3-2151-28A11652F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0A3C08-3897-E49E-2B6A-53A84968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7F5B3E-6C4E-C4D7-7AC1-344E851FB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D88068-44AB-D37D-1AE2-A55D62C5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746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AF9470-EDC6-6B4A-6C87-E91B6AAC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F0FED8-D7DA-D9DB-6A44-C67403728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CC2F2A-4C96-63B1-B29B-926FD076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77677D-5471-F621-FF26-5776CCCE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BF4FAA-9461-5C65-C440-3365A7AE5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38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AB21F-532D-6106-414A-8B00BB48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9A07FE-3F55-4B6D-08F5-686405587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287656-964F-E221-CB95-458FCF45C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344527-9FEF-E747-1B2E-EC84B0D10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28F46B-75FD-DD13-6ABE-2D633FE2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04FB83-21A1-27C5-1AE0-99786EB1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752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2A2731-93DF-E8E5-42D1-B633F7F57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C237EA-9281-E55F-036C-EA0C2C46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20BCC4-D80D-BCFA-EFFF-88C9A38DF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7B1430-FE7D-65D8-7C94-99695F00DC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329C69-C3BB-786C-C5F3-1D85A58CE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235C6B5-BFB1-44E8-6994-1A587A017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3712DBA-22D0-DB80-3CF4-F8BD8D04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52587AF-F30B-3BE0-FDE6-59452D09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43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3EB32-5336-8C1C-9A7E-F48AFA6B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1311FD-989C-15E0-AA23-0B3993635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FDA4F1-E7F3-A714-4415-7983652C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BB8F3F-CB60-D2B7-7D4A-1E8BFA94C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650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BA9B73F-0919-923F-B701-1D455F11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931C70F-76DD-7160-5414-BA8CDA806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9DEA42-1565-6A28-41B9-361DE362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750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806F67-0127-4E3D-EF13-4784D4E57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0D53B8-17DA-6DDA-9E75-B05C6DBA4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41C6F4-F95C-5D57-D005-625048C87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FD193B-6B73-329B-B64C-01A87F3B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494D51-D77C-FE97-8371-D344C7ED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CD7D01-9C34-1154-2F7A-54D2EFBD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64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123DB7-15DB-7538-D09F-211C3FB02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97FC784-B2D0-5987-5E00-EC6A835C5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69D305-A32B-C378-A926-D141E34A9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B8314F-A37C-6AFF-508C-4035D512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709DD5-430B-00FC-F7F2-FB1AD2ED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0FFC08-F46A-B5F8-BA03-0C0B6EF3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424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085FA9-3D20-7187-4A0E-FADDC1A8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783344-6EE4-FA63-CA73-E740BE864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4F5C72-ED21-C027-74F4-7D762EA6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A87E39-2F00-FD3C-98ED-135A9AFB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7DBCF5-2E31-6FB2-2652-BF935235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35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4D02AAC-87D9-A9D6-CBAC-0208EC856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E7FE122-E2F8-CA5D-97D3-291DF4C44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5E62B5-D746-F9D6-826F-64E12A080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6D2F7C-D85C-4D9B-EFF9-F863A9E8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54526D-FAD2-C180-CF2E-BF6B6919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024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FB86E6B-C627-31F0-7716-FC02A3A51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E83659-C1E4-D849-D712-9FB82DD9A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E0CBB9-F0BD-3CAF-BD72-27AE9D9DC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30012-EE3F-47C5-8EDB-886559278C4E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2CCBCB-0035-E3FF-94CB-12DB96C11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4409FC-9C0E-E30B-B8DB-34DFE1812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4E660-8325-4E86-9A95-FEECB436A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450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C7873F-FEF3-5683-2D37-6A589FD37F00}"/>
              </a:ext>
            </a:extLst>
          </p:cNvPr>
          <p:cNvSpPr txBox="1"/>
          <p:nvPr/>
        </p:nvSpPr>
        <p:spPr>
          <a:xfrm>
            <a:off x="1619516" y="2459504"/>
            <a:ext cx="89529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dirty="0"/>
              <a:t>ナイフエッジの最終結果</a:t>
            </a:r>
            <a:r>
              <a:rPr lang="en-US" altLang="ja-JP" sz="6000" dirty="0"/>
              <a:t>(</a:t>
            </a:r>
            <a:r>
              <a:rPr lang="ja-JP" altLang="en-US" sz="6000" dirty="0"/>
              <a:t>冷却光学系、実験室系</a:t>
            </a:r>
            <a:r>
              <a:rPr lang="en-US" altLang="ja-JP" sz="6000" dirty="0"/>
              <a:t>)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73062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5D2A58-4D0C-2730-529D-7005C2D6C3B0}"/>
              </a:ext>
            </a:extLst>
          </p:cNvPr>
          <p:cNvSpPr txBox="1"/>
          <p:nvPr/>
        </p:nvSpPr>
        <p:spPr>
          <a:xfrm>
            <a:off x="0" y="0"/>
            <a:ext cx="894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Band3</a:t>
            </a:r>
            <a:r>
              <a:rPr kumimoji="1" lang="ja-JP" altLang="en-US" dirty="0"/>
              <a:t>の最終結果</a:t>
            </a:r>
            <a:r>
              <a:rPr kumimoji="1" lang="en-US" altLang="ja-JP" dirty="0"/>
              <a:t>(</a:t>
            </a:r>
            <a:r>
              <a:rPr kumimoji="1" lang="ja-JP" altLang="en-US" dirty="0"/>
              <a:t>冷却状態、準光学フィルターなし、スペーサー</a:t>
            </a:r>
            <a:r>
              <a:rPr kumimoji="1" lang="en-US" altLang="ja-JP" dirty="0"/>
              <a:t>(</a:t>
            </a:r>
            <a:r>
              <a:rPr kumimoji="1" lang="ja-JP" altLang="en-US" dirty="0"/>
              <a:t>厚さ</a:t>
            </a:r>
            <a:r>
              <a:rPr kumimoji="1" lang="en-US" altLang="ja-JP" dirty="0"/>
              <a:t>3.25mm)</a:t>
            </a:r>
            <a:r>
              <a:rPr kumimoji="1" lang="ja-JP" altLang="en-US" dirty="0"/>
              <a:t>なし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CE21129-67DE-A853-FF0D-0EEB54F54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428"/>
            <a:ext cx="5613774" cy="4982639"/>
          </a:xfrm>
          <a:prstGeom prst="rect">
            <a:avLst/>
          </a:prstGeom>
        </p:spPr>
      </p:pic>
      <p:pic>
        <p:nvPicPr>
          <p:cNvPr id="7" name="図 6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074A5AB-7F88-C73F-729D-6AAE7CD9F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226" y="919933"/>
            <a:ext cx="5613774" cy="501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58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E5C9616-EEE5-B079-8000-1264EA8CD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7068"/>
            <a:ext cx="5635256" cy="5079145"/>
          </a:xfrm>
          <a:prstGeom prst="rect">
            <a:avLst/>
          </a:prstGeom>
        </p:spPr>
      </p:pic>
      <p:pic>
        <p:nvPicPr>
          <p:cNvPr id="5" name="図 4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AAFA1B1-9331-5078-5DCB-B2E3729AC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742" y="740700"/>
            <a:ext cx="5635258" cy="51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3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EA5ECC5-8F35-FA6B-4695-6DA514A09506}"/>
              </a:ext>
            </a:extLst>
          </p:cNvPr>
          <p:cNvSpPr txBox="1"/>
          <p:nvPr/>
        </p:nvSpPr>
        <p:spPr>
          <a:xfrm>
            <a:off x="0" y="0"/>
            <a:ext cx="894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Band3</a:t>
            </a:r>
            <a:r>
              <a:rPr kumimoji="1" lang="ja-JP" altLang="en-US" dirty="0"/>
              <a:t>の最終結果</a:t>
            </a:r>
            <a:r>
              <a:rPr kumimoji="1" lang="en-US" altLang="ja-JP" dirty="0"/>
              <a:t>(</a:t>
            </a:r>
            <a:r>
              <a:rPr kumimoji="1" lang="ja-JP" altLang="en-US" dirty="0"/>
              <a:t>冷却状態、準光学フィルターなし、スペーサー</a:t>
            </a:r>
            <a:r>
              <a:rPr kumimoji="1" lang="en-US" altLang="ja-JP" dirty="0"/>
              <a:t>(</a:t>
            </a:r>
            <a:r>
              <a:rPr kumimoji="1" lang="ja-JP" altLang="en-US" dirty="0"/>
              <a:t>厚さ</a:t>
            </a:r>
            <a:r>
              <a:rPr kumimoji="1" lang="en-US" altLang="ja-JP" dirty="0"/>
              <a:t>3.25mm)</a:t>
            </a:r>
            <a:r>
              <a:rPr lang="ja-JP" altLang="en-US" dirty="0"/>
              <a:t>あり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232B3454-6B27-C5D9-C6D5-C41439A8C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2422"/>
            <a:ext cx="5413619" cy="4825286"/>
          </a:xfrm>
          <a:prstGeom prst="rect">
            <a:avLst/>
          </a:prstGeom>
        </p:spPr>
      </p:pic>
      <p:pic>
        <p:nvPicPr>
          <p:cNvPr id="6" name="図 5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86500A29-06DC-D63D-6204-331819DB6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381" y="1323306"/>
            <a:ext cx="5413619" cy="484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E6358025-DB52-2C34-4E48-3FE1088C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0223"/>
            <a:ext cx="5628395" cy="5057553"/>
          </a:xfrm>
          <a:prstGeom prst="rect">
            <a:avLst/>
          </a:prstGeom>
        </p:spPr>
      </p:pic>
      <p:pic>
        <p:nvPicPr>
          <p:cNvPr id="5" name="図 4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B8BF74FA-53DE-1DFD-AE35-19FA97367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607" y="900222"/>
            <a:ext cx="5615230" cy="505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38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092DFA1-200E-C10E-4373-AC5B16E10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4062"/>
            <a:ext cx="12192000" cy="534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2246CD3-2D3C-7CE3-C154-FABB83D64DA3}"/>
              </a:ext>
            </a:extLst>
          </p:cNvPr>
          <p:cNvSpPr txBox="1"/>
          <p:nvPr/>
        </p:nvSpPr>
        <p:spPr>
          <a:xfrm>
            <a:off x="0" y="0"/>
            <a:ext cx="894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Band3</a:t>
            </a:r>
            <a:r>
              <a:rPr kumimoji="1" lang="ja-JP" altLang="en-US" dirty="0"/>
              <a:t>の最終結果</a:t>
            </a:r>
            <a:r>
              <a:rPr kumimoji="1" lang="en-US" altLang="ja-JP" dirty="0"/>
              <a:t>(</a:t>
            </a:r>
            <a:r>
              <a:rPr kumimoji="1" lang="ja-JP" altLang="en-US" dirty="0"/>
              <a:t>冷却状態、準光学フィルターあり、スペーサー</a:t>
            </a:r>
            <a:r>
              <a:rPr kumimoji="1" lang="en-US" altLang="ja-JP" dirty="0"/>
              <a:t>(</a:t>
            </a:r>
            <a:r>
              <a:rPr kumimoji="1" lang="ja-JP" altLang="en-US" dirty="0"/>
              <a:t>厚さ</a:t>
            </a:r>
            <a:r>
              <a:rPr kumimoji="1" lang="en-US" altLang="ja-JP" dirty="0"/>
              <a:t>3.25mm)</a:t>
            </a:r>
            <a:r>
              <a:rPr kumimoji="1" lang="ja-JP" altLang="en-US" dirty="0"/>
              <a:t>なし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958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833AB97-6989-1D03-9F50-422AB626332C}"/>
              </a:ext>
            </a:extLst>
          </p:cNvPr>
          <p:cNvSpPr txBox="1"/>
          <p:nvPr/>
        </p:nvSpPr>
        <p:spPr>
          <a:xfrm>
            <a:off x="0" y="0"/>
            <a:ext cx="77617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Band3</a:t>
            </a:r>
            <a:r>
              <a:rPr kumimoji="1" lang="ja-JP" altLang="en-US" dirty="0"/>
              <a:t>の解析結果</a:t>
            </a:r>
            <a:r>
              <a:rPr kumimoji="1" lang="en-US" altLang="ja-JP" dirty="0"/>
              <a:t>(</a:t>
            </a:r>
            <a:r>
              <a:rPr kumimoji="1" lang="ja-JP" altLang="en-US" dirty="0"/>
              <a:t>準光学フィルターなし</a:t>
            </a:r>
            <a:r>
              <a:rPr kumimoji="1" lang="en-US" altLang="ja-JP" dirty="0"/>
              <a:t>)</a:t>
            </a:r>
            <a:r>
              <a:rPr kumimoji="1" lang="ja-JP" altLang="en-US" dirty="0"/>
              <a:t>より、</a:t>
            </a:r>
            <a:endParaRPr lang="en-US" altLang="ja-JP" dirty="0"/>
          </a:p>
          <a:p>
            <a:r>
              <a:rPr lang="ja-JP" altLang="en-US" dirty="0"/>
              <a:t>スペーサーがないとき、上に</a:t>
            </a:r>
            <a:r>
              <a:rPr lang="en-US" altLang="ja-JP" dirty="0"/>
              <a:t>3.3512mm</a:t>
            </a:r>
            <a:r>
              <a:rPr lang="ja-JP" altLang="en-US" dirty="0"/>
              <a:t>、左に</a:t>
            </a:r>
            <a:r>
              <a:rPr lang="en-US" altLang="ja-JP" dirty="0"/>
              <a:t>2.7748mm</a:t>
            </a:r>
          </a:p>
          <a:p>
            <a:r>
              <a:rPr lang="ja-JP" altLang="en-US" dirty="0"/>
              <a:t>スペーサーがあるとき、上に</a:t>
            </a:r>
            <a:r>
              <a:rPr lang="en-US" altLang="ja-JP" dirty="0"/>
              <a:t>1.28475mm</a:t>
            </a:r>
            <a:r>
              <a:rPr lang="ja-JP" altLang="en-US" dirty="0"/>
              <a:t>、左に</a:t>
            </a:r>
            <a:r>
              <a:rPr lang="en-US" altLang="ja-JP" dirty="0"/>
              <a:t>5.9462mm</a:t>
            </a:r>
          </a:p>
          <a:p>
            <a:r>
              <a:rPr lang="ja-JP" altLang="en-US" dirty="0"/>
              <a:t>ずれていることが分かる。</a:t>
            </a:r>
            <a:endParaRPr lang="en-US" altLang="ja-JP" dirty="0"/>
          </a:p>
          <a:p>
            <a:r>
              <a:rPr lang="en-US" altLang="ja-JP" dirty="0"/>
              <a:t>Band3</a:t>
            </a:r>
            <a:r>
              <a:rPr lang="ja-JP" altLang="en-US" dirty="0"/>
              <a:t>の解析結果</a:t>
            </a:r>
            <a:r>
              <a:rPr lang="en-US" altLang="ja-JP" dirty="0"/>
              <a:t>(</a:t>
            </a:r>
            <a:r>
              <a:rPr lang="ja-JP" altLang="en-US" dirty="0"/>
              <a:t>準光学フィルターあり</a:t>
            </a:r>
            <a:r>
              <a:rPr lang="en-US" altLang="ja-JP" dirty="0"/>
              <a:t>)</a:t>
            </a:r>
            <a:r>
              <a:rPr lang="ja-JP" altLang="en-US" dirty="0"/>
              <a:t>より、</a:t>
            </a:r>
            <a:endParaRPr lang="en-US" altLang="ja-JP" dirty="0"/>
          </a:p>
          <a:p>
            <a:r>
              <a:rPr lang="ja-JP" altLang="en-US" dirty="0"/>
              <a:t>スペーサーがないとき、左に</a:t>
            </a:r>
            <a:r>
              <a:rPr lang="en-US" altLang="ja-JP" dirty="0"/>
              <a:t>4.8138mm</a:t>
            </a:r>
          </a:p>
          <a:p>
            <a:r>
              <a:rPr lang="ja-JP" altLang="en-US" dirty="0"/>
              <a:t>ずれていることが分かる。</a:t>
            </a:r>
            <a:endParaRPr lang="en-US" altLang="ja-JP" dirty="0"/>
          </a:p>
          <a:p>
            <a:r>
              <a:rPr lang="ja-JP" altLang="en-US" dirty="0"/>
              <a:t>つまり、スペーサーの有無による差は、下に</a:t>
            </a:r>
            <a:r>
              <a:rPr lang="en-US" altLang="ja-JP" dirty="0"/>
              <a:t>2.06645mm</a:t>
            </a:r>
            <a:r>
              <a:rPr lang="ja-JP" altLang="en-US" dirty="0"/>
              <a:t>、左に</a:t>
            </a:r>
            <a:r>
              <a:rPr lang="en-US" altLang="ja-JP" dirty="0"/>
              <a:t>3.1714mm</a:t>
            </a:r>
            <a:r>
              <a:rPr lang="ja-JP" altLang="en-US" dirty="0"/>
              <a:t>の方向に向いていることが分かる。</a:t>
            </a:r>
            <a:endParaRPr lang="en-US" altLang="ja-JP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5F75ECF-CA3C-973B-7C03-7F083736E9FA}"/>
              </a:ext>
            </a:extLst>
          </p:cNvPr>
          <p:cNvGrpSpPr/>
          <p:nvPr/>
        </p:nvGrpSpPr>
        <p:grpSpPr>
          <a:xfrm>
            <a:off x="1871823" y="3532231"/>
            <a:ext cx="8448354" cy="3325769"/>
            <a:chOff x="2506431" y="2550349"/>
            <a:chExt cx="8448354" cy="3325769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4033502E-BC9E-50B0-FA41-6EF320AEFFAC}"/>
                </a:ext>
              </a:extLst>
            </p:cNvPr>
            <p:cNvGrpSpPr/>
            <p:nvPr/>
          </p:nvGrpSpPr>
          <p:grpSpPr>
            <a:xfrm>
              <a:off x="3969760" y="4272678"/>
              <a:ext cx="1991832" cy="1332614"/>
              <a:chOff x="1765005" y="4272678"/>
              <a:chExt cx="1991832" cy="1332614"/>
            </a:xfrm>
          </p:grpSpPr>
          <p:sp>
            <p:nvSpPr>
              <p:cNvPr id="3" name="楕円 2">
                <a:extLst>
                  <a:ext uri="{FF2B5EF4-FFF2-40B4-BE49-F238E27FC236}">
                    <a16:creationId xmlns:a16="http://schemas.microsoft.com/office/drawing/2014/main" id="{EAE1EFF6-B29E-D03F-1477-A60BEDCB2E7B}"/>
                  </a:ext>
                </a:extLst>
              </p:cNvPr>
              <p:cNvSpPr/>
              <p:nvPr/>
            </p:nvSpPr>
            <p:spPr>
              <a:xfrm>
                <a:off x="1765005" y="4272678"/>
                <a:ext cx="1991832" cy="133261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AC8B1F8F-1E1F-E370-869B-73DB7D3F7780}"/>
                  </a:ext>
                </a:extLst>
              </p:cNvPr>
              <p:cNvCxnSpPr>
                <a:cxnSpLocks/>
                <a:stCxn id="3" idx="2"/>
                <a:endCxn id="3" idx="6"/>
              </p:cNvCxnSpPr>
              <p:nvPr/>
            </p:nvCxnSpPr>
            <p:spPr>
              <a:xfrm>
                <a:off x="1765005" y="4938985"/>
                <a:ext cx="199183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39ED487C-9C94-9667-7E99-CFDD0AE344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91809" y="4300805"/>
                <a:ext cx="538223" cy="12763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86339CAC-068D-6654-D39D-678CD4C83646}"/>
                </a:ext>
              </a:extLst>
            </p:cNvPr>
            <p:cNvGrpSpPr/>
            <p:nvPr/>
          </p:nvGrpSpPr>
          <p:grpSpPr>
            <a:xfrm>
              <a:off x="6230409" y="2968191"/>
              <a:ext cx="1991832" cy="1332614"/>
              <a:chOff x="1765005" y="4272678"/>
              <a:chExt cx="1991832" cy="1332614"/>
            </a:xfrm>
          </p:grpSpPr>
          <p:sp>
            <p:nvSpPr>
              <p:cNvPr id="13" name="楕円 12">
                <a:extLst>
                  <a:ext uri="{FF2B5EF4-FFF2-40B4-BE49-F238E27FC236}">
                    <a16:creationId xmlns:a16="http://schemas.microsoft.com/office/drawing/2014/main" id="{C1FE49D4-CC4F-8017-5C27-1B3ADC0F4597}"/>
                  </a:ext>
                </a:extLst>
              </p:cNvPr>
              <p:cNvSpPr/>
              <p:nvPr/>
            </p:nvSpPr>
            <p:spPr>
              <a:xfrm>
                <a:off x="1765005" y="4272678"/>
                <a:ext cx="1991832" cy="133261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4803D835-9F16-8F3B-D317-6EB31649AFC6}"/>
                  </a:ext>
                </a:extLst>
              </p:cNvPr>
              <p:cNvCxnSpPr>
                <a:cxnSpLocks/>
                <a:stCxn id="13" idx="2"/>
                <a:endCxn id="13" idx="6"/>
              </p:cNvCxnSpPr>
              <p:nvPr/>
            </p:nvCxnSpPr>
            <p:spPr>
              <a:xfrm>
                <a:off x="1765005" y="4938985"/>
                <a:ext cx="199183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980A306E-62EB-03F3-9A32-06BED0CB6D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91809" y="4300805"/>
                <a:ext cx="538223" cy="12763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星: 5 pt 15">
              <a:extLst>
                <a:ext uri="{FF2B5EF4-FFF2-40B4-BE49-F238E27FC236}">
                  <a16:creationId xmlns:a16="http://schemas.microsoft.com/office/drawing/2014/main" id="{269EF632-A8EB-0319-A6E3-963E8D0B11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56203" y="3274715"/>
              <a:ext cx="170121" cy="168349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7" name="星: 5 pt 16">
              <a:extLst>
                <a:ext uri="{FF2B5EF4-FFF2-40B4-BE49-F238E27FC236}">
                  <a16:creationId xmlns:a16="http://schemas.microsoft.com/office/drawing/2014/main" id="{AE064E59-2551-ACFC-1865-E25D5F1359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11503" y="4672398"/>
              <a:ext cx="170121" cy="168349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E00F33A-FCBB-5BE5-2AB5-5A6907A12551}"/>
                </a:ext>
              </a:extLst>
            </p:cNvPr>
            <p:cNvSpPr txBox="1"/>
            <p:nvPr/>
          </p:nvSpPr>
          <p:spPr>
            <a:xfrm>
              <a:off x="8222240" y="344983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横軸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2BA4C9A-E255-D9B1-088B-BAC1543CC071}"/>
                </a:ext>
              </a:extLst>
            </p:cNvPr>
            <p:cNvSpPr txBox="1"/>
            <p:nvPr/>
          </p:nvSpPr>
          <p:spPr>
            <a:xfrm>
              <a:off x="7172270" y="262698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縦軸</a:t>
              </a: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083543A6-641E-2E1D-7D9D-28B7B302A821}"/>
                </a:ext>
              </a:extLst>
            </p:cNvPr>
            <p:cNvSpPr txBox="1"/>
            <p:nvPr/>
          </p:nvSpPr>
          <p:spPr>
            <a:xfrm>
              <a:off x="5965508" y="475431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横軸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AF89A414-64AD-445C-58CA-4568BF95D706}"/>
                </a:ext>
              </a:extLst>
            </p:cNvPr>
            <p:cNvSpPr txBox="1"/>
            <p:nvPr/>
          </p:nvSpPr>
          <p:spPr>
            <a:xfrm>
              <a:off x="4913580" y="3931473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縦軸</a:t>
              </a: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BDBEA092-CFCC-2D65-1DE8-C6F6CBE062BA}"/>
                </a:ext>
              </a:extLst>
            </p:cNvPr>
            <p:cNvSpPr txBox="1"/>
            <p:nvPr/>
          </p:nvSpPr>
          <p:spPr>
            <a:xfrm>
              <a:off x="7645158" y="4158229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スペーサーなし</a:t>
              </a: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150532C3-2BF5-41C8-4380-A8EC0D7AA456}"/>
                </a:ext>
              </a:extLst>
            </p:cNvPr>
            <p:cNvSpPr txBox="1"/>
            <p:nvPr/>
          </p:nvSpPr>
          <p:spPr>
            <a:xfrm>
              <a:off x="5330162" y="5462289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スペーサーあり</a:t>
              </a:r>
            </a:p>
          </p:txBody>
        </p:sp>
        <p:sp>
          <p:nvSpPr>
            <p:cNvPr id="29" name="吹き出し: 円形 28">
              <a:extLst>
                <a:ext uri="{FF2B5EF4-FFF2-40B4-BE49-F238E27FC236}">
                  <a16:creationId xmlns:a16="http://schemas.microsoft.com/office/drawing/2014/main" id="{D9B6C78A-828A-B3E1-A992-40D4B4F6CAD9}"/>
                </a:ext>
              </a:extLst>
            </p:cNvPr>
            <p:cNvSpPr/>
            <p:nvPr/>
          </p:nvSpPr>
          <p:spPr>
            <a:xfrm>
              <a:off x="8000245" y="2550349"/>
              <a:ext cx="1736651" cy="522607"/>
            </a:xfrm>
            <a:prstGeom prst="wedgeEllipseCallout">
              <a:avLst>
                <a:gd name="adj1" fmla="val -90221"/>
                <a:gd name="adj2" fmla="val 9992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(-2.8</a:t>
              </a:r>
              <a:r>
                <a:rPr lang="en-US" altLang="ja-JP" dirty="0"/>
                <a:t>,</a:t>
              </a:r>
              <a:r>
                <a:rPr lang="ja-JP" altLang="en-US" dirty="0"/>
                <a:t> </a:t>
              </a:r>
              <a:r>
                <a:rPr kumimoji="1" lang="en-US" altLang="ja-JP" dirty="0"/>
                <a:t>3.4)</a:t>
              </a:r>
              <a:endParaRPr kumimoji="1" lang="ja-JP" altLang="en-US" dirty="0"/>
            </a:p>
          </p:txBody>
        </p:sp>
        <p:sp>
          <p:nvSpPr>
            <p:cNvPr id="30" name="吹き出し: 円形 29">
              <a:extLst>
                <a:ext uri="{FF2B5EF4-FFF2-40B4-BE49-F238E27FC236}">
                  <a16:creationId xmlns:a16="http://schemas.microsoft.com/office/drawing/2014/main" id="{1AC5D965-C04D-7F6C-B59F-FE8CBBD3961D}"/>
                </a:ext>
              </a:extLst>
            </p:cNvPr>
            <p:cNvSpPr/>
            <p:nvPr/>
          </p:nvSpPr>
          <p:spPr>
            <a:xfrm>
              <a:off x="2506431" y="3854835"/>
              <a:ext cx="1736651" cy="522607"/>
            </a:xfrm>
            <a:prstGeom prst="wedgeEllipseCallout">
              <a:avLst>
                <a:gd name="adj1" fmla="val 70187"/>
                <a:gd name="adj2" fmla="val 10399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(-5.9</a:t>
              </a:r>
              <a:r>
                <a:rPr lang="en-US" altLang="ja-JP" dirty="0"/>
                <a:t>,</a:t>
              </a:r>
              <a:r>
                <a:rPr lang="ja-JP" altLang="en-US" dirty="0"/>
                <a:t> </a:t>
              </a:r>
              <a:r>
                <a:rPr lang="en-US" altLang="ja-JP" dirty="0"/>
                <a:t>1.3</a:t>
              </a:r>
              <a:r>
                <a:rPr kumimoji="1" lang="en-US" altLang="ja-JP" dirty="0"/>
                <a:t>)</a:t>
              </a:r>
              <a:endParaRPr kumimoji="1" lang="ja-JP" altLang="en-US" dirty="0"/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C878E141-84BF-4DA0-B182-8993004DA0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949" y="3634498"/>
              <a:ext cx="2261191" cy="13044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99F62963-88A4-CE2A-4480-A07348DAF1AE}"/>
                </a:ext>
              </a:extLst>
            </p:cNvPr>
            <p:cNvCxnSpPr>
              <a:cxnSpLocks/>
              <a:stCxn id="16" idx="4"/>
              <a:endCxn id="17" idx="4"/>
            </p:cNvCxnSpPr>
            <p:nvPr/>
          </p:nvCxnSpPr>
          <p:spPr>
            <a:xfrm flipH="1">
              <a:off x="4781624" y="3339018"/>
              <a:ext cx="2444700" cy="1397683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吹き出し: 円形 36">
              <a:extLst>
                <a:ext uri="{FF2B5EF4-FFF2-40B4-BE49-F238E27FC236}">
                  <a16:creationId xmlns:a16="http://schemas.microsoft.com/office/drawing/2014/main" id="{9DDE0096-A1BA-1AC0-4D6C-D479F9F6D0C2}"/>
                </a:ext>
              </a:extLst>
            </p:cNvPr>
            <p:cNvSpPr/>
            <p:nvPr/>
          </p:nvSpPr>
          <p:spPr>
            <a:xfrm>
              <a:off x="7226030" y="5053258"/>
              <a:ext cx="3728755" cy="822860"/>
            </a:xfrm>
            <a:prstGeom prst="wedgeEllipseCallout">
              <a:avLst>
                <a:gd name="adj1" fmla="val -84897"/>
                <a:gd name="adj2" fmla="val -16577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下に</a:t>
              </a:r>
              <a:r>
                <a:rPr lang="en-US" altLang="ja-JP" dirty="0"/>
                <a:t>3.64°</a:t>
              </a:r>
              <a:r>
                <a:rPr lang="ja-JP" altLang="en-US" dirty="0"/>
                <a:t>左に</a:t>
              </a:r>
              <a:r>
                <a:rPr lang="en-US" altLang="ja-JP" dirty="0"/>
                <a:t>5.57°</a:t>
              </a:r>
              <a:r>
                <a:rPr lang="ja-JP" altLang="en-US" dirty="0"/>
                <a:t>傾いている</a:t>
              </a:r>
              <a:endParaRPr lang="en-US" altLang="ja-JP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646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2855D71-820B-954D-1F49-B4723EE28C3A}"/>
              </a:ext>
            </a:extLst>
          </p:cNvPr>
          <p:cNvSpPr txBox="1"/>
          <p:nvPr/>
        </p:nvSpPr>
        <p:spPr>
          <a:xfrm>
            <a:off x="0" y="0"/>
            <a:ext cx="894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Band6</a:t>
            </a:r>
            <a:r>
              <a:rPr kumimoji="1" lang="ja-JP" altLang="en-US" dirty="0"/>
              <a:t>の最終結果</a:t>
            </a:r>
            <a:r>
              <a:rPr kumimoji="1" lang="en-US" altLang="ja-JP" dirty="0"/>
              <a:t>(</a:t>
            </a:r>
            <a:r>
              <a:rPr kumimoji="1" lang="ja-JP" altLang="en-US" dirty="0"/>
              <a:t>冷却状態、準光学フィルターなし、スペーサー</a:t>
            </a:r>
            <a:r>
              <a:rPr kumimoji="1" lang="en-US" altLang="ja-JP" dirty="0"/>
              <a:t>(</a:t>
            </a:r>
            <a:r>
              <a:rPr kumimoji="1" lang="ja-JP" altLang="en-US" dirty="0"/>
              <a:t>厚さ</a:t>
            </a:r>
            <a:r>
              <a:rPr kumimoji="1" lang="en-US" altLang="ja-JP" dirty="0"/>
              <a:t>3.25mm)</a:t>
            </a:r>
            <a:r>
              <a:rPr kumimoji="1" lang="ja-JP" altLang="en-US" dirty="0"/>
              <a:t>なし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867B6A8A-EBDB-29CD-1DDB-EB9CEAD65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086"/>
            <a:ext cx="5415516" cy="4955827"/>
          </a:xfrm>
          <a:prstGeom prst="rect">
            <a:avLst/>
          </a:prstGeom>
        </p:spPr>
      </p:pic>
      <p:pic>
        <p:nvPicPr>
          <p:cNvPr id="6" name="図 5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2CDE4BDD-5F91-32BA-8BE7-8C0273432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484" y="984853"/>
            <a:ext cx="5415515" cy="492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7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8E1AD08-BC83-7802-946F-B97BA1233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144"/>
            <a:ext cx="5566956" cy="5135712"/>
          </a:xfrm>
          <a:prstGeom prst="rect">
            <a:avLst/>
          </a:prstGeom>
        </p:spPr>
      </p:pic>
      <p:pic>
        <p:nvPicPr>
          <p:cNvPr id="5" name="図 4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E0745AF2-7954-9E97-5043-179702DEA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044" y="887279"/>
            <a:ext cx="5566956" cy="510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40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7D2D96-6E72-F680-F807-513FF66B861F}"/>
              </a:ext>
            </a:extLst>
          </p:cNvPr>
          <p:cNvSpPr txBox="1"/>
          <p:nvPr/>
        </p:nvSpPr>
        <p:spPr>
          <a:xfrm>
            <a:off x="0" y="0"/>
            <a:ext cx="894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Band6</a:t>
            </a:r>
            <a:r>
              <a:rPr kumimoji="1" lang="ja-JP" altLang="en-US" dirty="0"/>
              <a:t>の最終結果</a:t>
            </a:r>
            <a:r>
              <a:rPr kumimoji="1" lang="en-US" altLang="ja-JP" dirty="0"/>
              <a:t>(</a:t>
            </a:r>
            <a:r>
              <a:rPr kumimoji="1" lang="ja-JP" altLang="en-US" dirty="0"/>
              <a:t>冷却状態、準光学フィルターなし、スペーサー</a:t>
            </a:r>
            <a:r>
              <a:rPr kumimoji="1" lang="en-US" altLang="ja-JP" dirty="0"/>
              <a:t>(</a:t>
            </a:r>
            <a:r>
              <a:rPr kumimoji="1" lang="ja-JP" altLang="en-US" dirty="0"/>
              <a:t>厚さ</a:t>
            </a:r>
            <a:r>
              <a:rPr kumimoji="1" lang="en-US" altLang="ja-JP" dirty="0"/>
              <a:t>3.25mm)</a:t>
            </a:r>
            <a:r>
              <a:rPr kumimoji="1" lang="ja-JP" altLang="en-US" dirty="0"/>
              <a:t>あり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50CF4E0-6C58-FA7C-E89E-03B46248D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544"/>
            <a:ext cx="5836748" cy="5326911"/>
          </a:xfrm>
          <a:prstGeom prst="rect">
            <a:avLst/>
          </a:prstGeom>
        </p:spPr>
      </p:pic>
      <p:pic>
        <p:nvPicPr>
          <p:cNvPr id="6" name="図 5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11780C8-247F-E237-F20F-6601C0B87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252" y="771882"/>
            <a:ext cx="5836748" cy="532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8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83DA6328-A745-4860-0DEB-4408C7E24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657"/>
            <a:ext cx="5512749" cy="5044686"/>
          </a:xfrm>
          <a:prstGeom prst="rect">
            <a:avLst/>
          </a:prstGeom>
        </p:spPr>
      </p:pic>
      <p:pic>
        <p:nvPicPr>
          <p:cNvPr id="5" name="図 4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CEDC170F-084A-5269-D440-C35332E14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250" y="879613"/>
            <a:ext cx="5512750" cy="507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76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63CA67-DA62-9DE4-FE4E-D3B7863681F1}"/>
              </a:ext>
            </a:extLst>
          </p:cNvPr>
          <p:cNvSpPr txBox="1"/>
          <p:nvPr/>
        </p:nvSpPr>
        <p:spPr>
          <a:xfrm>
            <a:off x="0" y="0"/>
            <a:ext cx="64645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Band6</a:t>
            </a:r>
            <a:r>
              <a:rPr kumimoji="1" lang="ja-JP" altLang="en-US" dirty="0"/>
              <a:t>の解析結果</a:t>
            </a:r>
            <a:r>
              <a:rPr kumimoji="1" lang="en-US" altLang="ja-JP" dirty="0"/>
              <a:t>(</a:t>
            </a:r>
            <a:r>
              <a:rPr kumimoji="1" lang="ja-JP" altLang="en-US" dirty="0"/>
              <a:t>準光学フィルター</a:t>
            </a:r>
            <a:r>
              <a:rPr lang="ja-JP" altLang="en-US" dirty="0"/>
              <a:t>で反射</a:t>
            </a:r>
            <a:r>
              <a:rPr kumimoji="1" lang="en-US" altLang="ja-JP" dirty="0"/>
              <a:t>)</a:t>
            </a:r>
            <a:r>
              <a:rPr kumimoji="1" lang="ja-JP" altLang="en-US" dirty="0"/>
              <a:t>より、</a:t>
            </a:r>
            <a:endParaRPr lang="en-US" altLang="ja-JP" dirty="0"/>
          </a:p>
          <a:p>
            <a:r>
              <a:rPr lang="ja-JP" altLang="en-US" dirty="0"/>
              <a:t>スペーサーがないとき、下に</a:t>
            </a:r>
            <a:r>
              <a:rPr lang="en-US" altLang="ja-JP" dirty="0"/>
              <a:t>8.81405mm</a:t>
            </a:r>
            <a:r>
              <a:rPr lang="ja-JP" altLang="en-US" dirty="0"/>
              <a:t>、右に</a:t>
            </a:r>
            <a:r>
              <a:rPr lang="en-US" altLang="ja-JP" dirty="0"/>
              <a:t>6.35905mm</a:t>
            </a:r>
          </a:p>
          <a:p>
            <a:r>
              <a:rPr lang="ja-JP" altLang="en-US" dirty="0"/>
              <a:t>スペーサーがあるとき、下に</a:t>
            </a:r>
            <a:r>
              <a:rPr lang="en-US" altLang="ja-JP" dirty="0"/>
              <a:t>6.5187mm</a:t>
            </a:r>
            <a:r>
              <a:rPr lang="ja-JP" altLang="en-US" dirty="0"/>
              <a:t>、右に</a:t>
            </a:r>
            <a:r>
              <a:rPr lang="en-US" altLang="ja-JP" dirty="0"/>
              <a:t>0.19225mm</a:t>
            </a:r>
          </a:p>
          <a:p>
            <a:r>
              <a:rPr lang="ja-JP" altLang="en-US" dirty="0"/>
              <a:t>ずれていることが分かる。</a:t>
            </a:r>
            <a:endParaRPr lang="en-US" altLang="ja-JP" dirty="0"/>
          </a:p>
          <a:p>
            <a:r>
              <a:rPr lang="ja-JP" altLang="en-US" dirty="0"/>
              <a:t>つまり、スペーサーの有無による差は、上に</a:t>
            </a:r>
            <a:r>
              <a:rPr lang="en-US" altLang="ja-JP" dirty="0"/>
              <a:t>2.29535mm</a:t>
            </a:r>
            <a:r>
              <a:rPr lang="ja-JP" altLang="en-US" dirty="0"/>
              <a:t>、左に</a:t>
            </a:r>
            <a:r>
              <a:rPr lang="en-US" altLang="ja-JP" dirty="0"/>
              <a:t>6.1668mm</a:t>
            </a:r>
            <a:r>
              <a:rPr lang="ja-JP" altLang="en-US" dirty="0"/>
              <a:t>の方向に向いていることが分かる。</a:t>
            </a:r>
            <a:endParaRPr lang="en-US" altLang="ja-JP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EC481E3-FBC2-5553-701B-006674C2A5EE}"/>
              </a:ext>
            </a:extLst>
          </p:cNvPr>
          <p:cNvGrpSpPr/>
          <p:nvPr/>
        </p:nvGrpSpPr>
        <p:grpSpPr>
          <a:xfrm>
            <a:off x="3969760" y="4272678"/>
            <a:ext cx="1991832" cy="1332614"/>
            <a:chOff x="1765005" y="4272678"/>
            <a:chExt cx="1991832" cy="1332614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58888620-F9F1-E464-5468-18C1E99C914D}"/>
                </a:ext>
              </a:extLst>
            </p:cNvPr>
            <p:cNvSpPr/>
            <p:nvPr/>
          </p:nvSpPr>
          <p:spPr>
            <a:xfrm>
              <a:off x="1765005" y="4272678"/>
              <a:ext cx="1991832" cy="133261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C8687E37-8AD9-D115-22DD-B4D72A041905}"/>
                </a:ext>
              </a:extLst>
            </p:cNvPr>
            <p:cNvCxnSpPr>
              <a:cxnSpLocks/>
              <a:stCxn id="5" idx="2"/>
              <a:endCxn id="5" idx="6"/>
            </p:cNvCxnSpPr>
            <p:nvPr/>
          </p:nvCxnSpPr>
          <p:spPr>
            <a:xfrm>
              <a:off x="1765005" y="4938985"/>
              <a:ext cx="199183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57578E6B-850E-EC2E-EEB1-66876AF74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1809" y="4300805"/>
              <a:ext cx="538223" cy="12763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54BA4FB-0753-E24C-C9CE-466404194E30}"/>
              </a:ext>
            </a:extLst>
          </p:cNvPr>
          <p:cNvGrpSpPr/>
          <p:nvPr/>
        </p:nvGrpSpPr>
        <p:grpSpPr>
          <a:xfrm>
            <a:off x="6230409" y="2968191"/>
            <a:ext cx="1991832" cy="1332614"/>
            <a:chOff x="1765005" y="4272678"/>
            <a:chExt cx="1991832" cy="1332614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18AC6EEF-F813-904C-F600-72C2CBBABC32}"/>
                </a:ext>
              </a:extLst>
            </p:cNvPr>
            <p:cNvSpPr/>
            <p:nvPr/>
          </p:nvSpPr>
          <p:spPr>
            <a:xfrm>
              <a:off x="1765005" y="4272678"/>
              <a:ext cx="1991832" cy="133261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C6354E25-C507-A36D-3DDC-9C83DACF3114}"/>
                </a:ext>
              </a:extLst>
            </p:cNvPr>
            <p:cNvCxnSpPr>
              <a:cxnSpLocks/>
              <a:stCxn id="9" idx="2"/>
              <a:endCxn id="9" idx="6"/>
            </p:cNvCxnSpPr>
            <p:nvPr/>
          </p:nvCxnSpPr>
          <p:spPr>
            <a:xfrm>
              <a:off x="1765005" y="4938985"/>
              <a:ext cx="199183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398FE6B0-30C3-5F73-2E24-23DDEE734A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1809" y="4300805"/>
              <a:ext cx="538223" cy="12763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星: 5 pt 11">
            <a:extLst>
              <a:ext uri="{FF2B5EF4-FFF2-40B4-BE49-F238E27FC236}">
                <a16:creationId xmlns:a16="http://schemas.microsoft.com/office/drawing/2014/main" id="{38E8BD64-346B-196E-669A-A45C48714E31}"/>
              </a:ext>
            </a:extLst>
          </p:cNvPr>
          <p:cNvSpPr>
            <a:spLocks noChangeAspect="1"/>
          </p:cNvSpPr>
          <p:nvPr/>
        </p:nvSpPr>
        <p:spPr>
          <a:xfrm>
            <a:off x="7560097" y="4074054"/>
            <a:ext cx="170121" cy="16834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星: 5 pt 12">
            <a:extLst>
              <a:ext uri="{FF2B5EF4-FFF2-40B4-BE49-F238E27FC236}">
                <a16:creationId xmlns:a16="http://schemas.microsoft.com/office/drawing/2014/main" id="{FF28C0C1-978B-64F6-FF55-C1CFA501A7DD}"/>
              </a:ext>
            </a:extLst>
          </p:cNvPr>
          <p:cNvSpPr>
            <a:spLocks noChangeAspect="1"/>
          </p:cNvSpPr>
          <p:nvPr/>
        </p:nvSpPr>
        <p:spPr>
          <a:xfrm>
            <a:off x="4725062" y="5379551"/>
            <a:ext cx="170121" cy="16834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C6116B0-C19D-64B7-9EAE-2892825095C4}"/>
              </a:ext>
            </a:extLst>
          </p:cNvPr>
          <p:cNvSpPr txBox="1"/>
          <p:nvPr/>
        </p:nvSpPr>
        <p:spPr>
          <a:xfrm>
            <a:off x="8222240" y="34498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横軸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E5DA8D6-C96E-18C5-789D-E9251C50D2FD}"/>
              </a:ext>
            </a:extLst>
          </p:cNvPr>
          <p:cNvSpPr txBox="1"/>
          <p:nvPr/>
        </p:nvSpPr>
        <p:spPr>
          <a:xfrm>
            <a:off x="7172270" y="26269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縦軸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1596E6-C054-1F77-7CBC-B9014B9CDFA4}"/>
              </a:ext>
            </a:extLst>
          </p:cNvPr>
          <p:cNvSpPr txBox="1"/>
          <p:nvPr/>
        </p:nvSpPr>
        <p:spPr>
          <a:xfrm>
            <a:off x="5965508" y="475431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横軸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9CFD98E-189C-C318-410E-96CC7F8C0A3D}"/>
              </a:ext>
            </a:extLst>
          </p:cNvPr>
          <p:cNvSpPr txBox="1"/>
          <p:nvPr/>
        </p:nvSpPr>
        <p:spPr>
          <a:xfrm>
            <a:off x="4913580" y="39314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縦軸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49C03CA-6821-1736-394E-75942833BE4E}"/>
              </a:ext>
            </a:extLst>
          </p:cNvPr>
          <p:cNvSpPr txBox="1"/>
          <p:nvPr/>
        </p:nvSpPr>
        <p:spPr>
          <a:xfrm>
            <a:off x="7645158" y="415822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スペーサーなし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50215E9-91EA-7BB2-0924-AA8CB2BCAED6}"/>
              </a:ext>
            </a:extLst>
          </p:cNvPr>
          <p:cNvSpPr txBox="1"/>
          <p:nvPr/>
        </p:nvSpPr>
        <p:spPr>
          <a:xfrm>
            <a:off x="5330162" y="54622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スペーサーあり</a:t>
            </a:r>
          </a:p>
        </p:txBody>
      </p:sp>
      <p:sp>
        <p:nvSpPr>
          <p:cNvPr id="20" name="吹き出し: 円形 19">
            <a:extLst>
              <a:ext uri="{FF2B5EF4-FFF2-40B4-BE49-F238E27FC236}">
                <a16:creationId xmlns:a16="http://schemas.microsoft.com/office/drawing/2014/main" id="{EB9835BD-8B5E-3517-B3A8-FE73FE34BB98}"/>
              </a:ext>
            </a:extLst>
          </p:cNvPr>
          <p:cNvSpPr/>
          <p:nvPr/>
        </p:nvSpPr>
        <p:spPr>
          <a:xfrm>
            <a:off x="8000245" y="2550349"/>
            <a:ext cx="1736651" cy="522607"/>
          </a:xfrm>
          <a:prstGeom prst="wedgeEllipseCallout">
            <a:avLst>
              <a:gd name="adj1" fmla="val -68996"/>
              <a:gd name="adj2" fmla="val 22471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(6.4</a:t>
            </a:r>
            <a:r>
              <a:rPr lang="en-US" altLang="ja-JP" dirty="0"/>
              <a:t>,</a:t>
            </a:r>
            <a:r>
              <a:rPr lang="ja-JP" altLang="en-US" dirty="0"/>
              <a:t> </a:t>
            </a:r>
            <a:r>
              <a:rPr lang="en-US" altLang="ja-JP" dirty="0"/>
              <a:t>-8.8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FF5AB1A1-8EAD-6CAE-50DD-99A0ED094696}"/>
              </a:ext>
            </a:extLst>
          </p:cNvPr>
          <p:cNvSpPr/>
          <p:nvPr/>
        </p:nvSpPr>
        <p:spPr>
          <a:xfrm>
            <a:off x="2506431" y="3854835"/>
            <a:ext cx="1736651" cy="522607"/>
          </a:xfrm>
          <a:prstGeom prst="wedgeEllipseCallout">
            <a:avLst>
              <a:gd name="adj1" fmla="val 77942"/>
              <a:gd name="adj2" fmla="val 24505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(0.2</a:t>
            </a:r>
            <a:r>
              <a:rPr lang="en-US" altLang="ja-JP" dirty="0"/>
              <a:t>,</a:t>
            </a:r>
            <a:r>
              <a:rPr lang="ja-JP" altLang="en-US" dirty="0"/>
              <a:t> </a:t>
            </a:r>
            <a:r>
              <a:rPr lang="en-US" altLang="ja-JP" dirty="0"/>
              <a:t>-6.5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BD1E9890-99CA-3773-14D1-97C5018AEE8C}"/>
              </a:ext>
            </a:extLst>
          </p:cNvPr>
          <p:cNvCxnSpPr>
            <a:cxnSpLocks/>
          </p:cNvCxnSpPr>
          <p:nvPr/>
        </p:nvCxnSpPr>
        <p:spPr>
          <a:xfrm flipH="1">
            <a:off x="4968949" y="3634498"/>
            <a:ext cx="2261191" cy="13044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9D8E7CB1-F0E0-CA75-2AE2-71B51C59A543}"/>
              </a:ext>
            </a:extLst>
          </p:cNvPr>
          <p:cNvCxnSpPr>
            <a:cxnSpLocks/>
            <a:stCxn id="12" idx="4"/>
            <a:endCxn id="13" idx="4"/>
          </p:cNvCxnSpPr>
          <p:nvPr/>
        </p:nvCxnSpPr>
        <p:spPr>
          <a:xfrm flipH="1">
            <a:off x="4895183" y="4138357"/>
            <a:ext cx="2835035" cy="130549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吹き出し: 円形 28">
            <a:extLst>
              <a:ext uri="{FF2B5EF4-FFF2-40B4-BE49-F238E27FC236}">
                <a16:creationId xmlns:a16="http://schemas.microsoft.com/office/drawing/2014/main" id="{675E3FE3-3B1D-F0B4-78D8-9414F2C77137}"/>
              </a:ext>
            </a:extLst>
          </p:cNvPr>
          <p:cNvSpPr/>
          <p:nvPr/>
        </p:nvSpPr>
        <p:spPr>
          <a:xfrm>
            <a:off x="7321994" y="5052295"/>
            <a:ext cx="3728755" cy="822860"/>
          </a:xfrm>
          <a:prstGeom prst="wedgeEllipseCallout">
            <a:avLst>
              <a:gd name="adj1" fmla="val -63606"/>
              <a:gd name="adj2" fmla="val -10547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上に</a:t>
            </a:r>
            <a:r>
              <a:rPr lang="en-US" altLang="ja-JP" dirty="0"/>
              <a:t>4.04°</a:t>
            </a:r>
            <a:r>
              <a:rPr lang="ja-JP" altLang="en-US" dirty="0"/>
              <a:t>左に</a:t>
            </a:r>
            <a:r>
              <a:rPr lang="en-US" altLang="ja-JP" dirty="0"/>
              <a:t>10.74°</a:t>
            </a:r>
            <a:r>
              <a:rPr lang="ja-JP" altLang="en-US" dirty="0"/>
              <a:t>傾いている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35686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38995</TotalTime>
  <Words>325</Words>
  <Application>Microsoft Macintosh PowerPoint</Application>
  <PresentationFormat>ワイド画面</PresentationFormat>
  <Paragraphs>37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太星 河村</dc:creator>
  <cp:lastModifiedBy>河村　太星</cp:lastModifiedBy>
  <cp:revision>2</cp:revision>
  <dcterms:created xsi:type="dcterms:W3CDTF">2026-01-16T05:58:37Z</dcterms:created>
  <dcterms:modified xsi:type="dcterms:W3CDTF">2026-03-03T05:31:26Z</dcterms:modified>
</cp:coreProperties>
</file>